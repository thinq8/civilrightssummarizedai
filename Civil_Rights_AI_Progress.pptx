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 Rights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Summarized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 &amp; Fragmentation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Michigan State University CMSE Capstone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Sandy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API pipeline pulling case records from the Civil Rights Litigation Clearinghouse with checkpointing, retries, and raw payload archiving.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37160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Qwen2.5-7B-Instruct fine-tuned with LoRA (r=16, alpha=32) on 9,841 case summarization examples across fragmented documents.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Evaluation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lexical overlap, BERTScore semantic similarity, and LLM-as-Judge with Claude scoring on 5 expert dimensions.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12,303 training records  •  9,841 train / 1,231 val / 1,231 test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Fragmentation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94560" y="1280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prompts fit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Qwen's 32K context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68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9456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in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prompt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194560" y="3657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prompt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 prioritization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Dockets treated same as opinions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fixed-size chunking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~25KB chunks split mid-document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instability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spikes to 5,000+, NaN eval losses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context on boilerplate</a:t>
            </a:r>
            <a:endParaRPr lang="en-US" sz="12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 of tokens are low-value dockets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 Analysis</a:t>
            </a:r>
            <a:endParaRPr lang="en-US" sz="3200" dirty="0"/>
          </a:p>
        </p:txBody>
      </p:sp>
      <p:pic>
        <p:nvPicPr>
          <p:cNvPr id="3" name="Image 0" descr="/tmp/pptx_charts/context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Token Distribution</a:t>
            </a:r>
            <a:endParaRPr lang="en-US" sz="3200" dirty="0"/>
          </a:p>
        </p:txBody>
      </p:sp>
      <p:pic>
        <p:nvPicPr>
          <p:cNvPr id="3" name="Image 0" descr="/tmp/pptx_charts/token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Type Analysis</a:t>
            </a:r>
            <a:endParaRPr lang="en-US" sz="3200" dirty="0"/>
          </a:p>
        </p:txBody>
      </p:sp>
      <p:pic>
        <p:nvPicPr>
          <p:cNvPr id="3" name="Image 0" descr="/tmp/pptx_charts/tier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Diagnostics</a:t>
            </a:r>
            <a:endParaRPr lang="en-US" sz="3200" dirty="0"/>
          </a:p>
        </p:txBody>
      </p:sp>
      <p:pic>
        <p:nvPicPr>
          <p:cNvPr id="3" name="Image 0" descr="/tmp/pptx_charts/training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Document-Aware Fragmentation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Classification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5361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document into 4 priority tiers: Opinions &gt; Complaints &gt; Briefs &gt; Dockets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214884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Allocation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4963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24K token budget with highest-priority documents first. Truncate if needed, skip Tier 4.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10896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4564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format with timeline, importance labels ([PRIMARY], [SUPPORTING]), instructions at end.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0" y="406908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544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Extract-Then-Summarize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4165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 model to extract structured facts per document. Train on condensed extractions (~4K tokens).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Priority Tiers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80160"/>
                <a:gridCol w="420624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Opinions, Orders, Judgments, Consent Decrees, Settlement Agreements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include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Complaints, Motions to Dismiss, Class Cert, Preliminary Injunctions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if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 briefs, Amici curiae, Supplemental memoranda, Objections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PACER Dockets, Correspondence, Newsletters, Press releases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entirely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documents consume 18.5% of total tokens while adding minimal value to summaries.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Comparison</a:t>
            </a:r>
            <a:endParaRPr lang="en-US" sz="3200" dirty="0"/>
          </a:p>
        </p:txBody>
      </p:sp>
      <p:pic>
        <p:nvPicPr>
          <p:cNvPr id="3" name="Image 0" descr="/tmp/pptx_charts/strateg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Improvement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55448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in 24K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Filter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 smaller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smaller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 smaller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improved strategies achieve near-100% context fit, up from 47%.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Re-prepare training 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structured strategy on full 9,841 training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331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 Qwen + LoRA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651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improved prompts that fit within context window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evaluation pipeline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3520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summaries and score with ROUGE, BERTScore, and LLM-as-Judge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comparison figures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389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metrics for the final report and presentation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Civil Rights Summarized AI — Progress Report</dc:title>
  <dc:subject>PptxGenJS Presentation</dc:subject>
  <dc:creator>Liam Sandy</dc:creator>
  <cp:lastModifiedBy>Liam Sandy</cp:lastModifiedBy>
  <cp:revision>1</cp:revision>
  <dcterms:created xsi:type="dcterms:W3CDTF">2026-03-27T20:27:30Z</dcterms:created>
  <dcterms:modified xsi:type="dcterms:W3CDTF">2026-03-27T20:27:30Z</dcterms:modified>
</cp:coreProperties>
</file>